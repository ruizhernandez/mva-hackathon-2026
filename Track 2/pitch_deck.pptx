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[0:00-0:20] This project starts with a real child living with Mosaic Variegated Aneuploidy - an ultra-rare disease with no approved treatment. In Track 1, we found a likely causal genetic diagnosis. This pitch is about what we can do with that diagnosis: two already-approved drugs worth investigating, chosen because of exactly how this disease breaks a cell, not by guessing.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[0:20-0:50] The proband carries two damaged copies of BUB1B - one is a known pathogenic stop-gained variant already in ClinVar, the other a novel missense variant predicted deleterious by SIFT and PolyPhen. BUB1B encodes BUBR1, a core protein of the mitotic spindle checkpoint - the quality control system that stops a cell from dividing until every chromosome is properly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[0:50-1:30] When BUBR1 drops below a functional threshold, cells can no longer reliably hold the checkpoint. Chromosomes separate too early, cells end up with the wrong chromosome number, and that instability - repeated across a lifetime of cell divisions - is what predisposes these children to cancers like rhabdomyosarcoma. We confirmed this isn't just one paper's claim: we pulled the interaction network from STRING and the pathway data from Reactome, and BUB1B sits at the center of exactly this checkpoint module, independently, in both databases.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[1:30-2:20] So the question for Track 2 isn't 'how do we fix the checkpoint' - it's 'given a cell that already has a weak checkpoint, what already-approved drug exploits that weakness?' We found two candidates, each backed by a specific mechanistic study, not a hunch. Bosutinib, an approved leukemia drug, was shown in an independent screen to be selectively toxic to cells with a defective spindle checkpoint - exactly this cell's biology. Metformin, one of the most widely used and safest drugs in the world, was shown in a separate screen to selectively stress aneuploid cells through the AMPK energy-sensing pathway. Both are cheap, generic, and already deeply characterized in humans - which matters enormously for an ultra-rare disease with no dedicated drug pipeline. And just as important: we explicitly ruled out a whole class of drugs - checkpoint inhibitors already in cancer development - because in this patient they'd push in exactly the wrong direction.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[2:20-2:50] This mechanism isn't unique to this one mutation. It generalizes to the other two known MVA genes, and to chromosomally unstable tumors more broadly - the same vulnerability has independently shown up in glioblastoma and prostate cancer research. The pipeline we used - phenotype, to mechanism, to literature-mined approved drugs - is reusable for the next undiagnosed case, not just this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[2:50-3:00] These are hypotheses for follow-up, not proven treatments - validating them in this child's own cells is the obvious next step. But for a family that had no genetic answer six weeks ago, we think this is a real, testable place to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5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188720"/>
            <a:ext cx="3840480" cy="3840480"/>
          </a:xfrm>
          <a:prstGeom prst="ellipse">
            <a:avLst/>
          </a:prstGeom>
          <a:solidFill>
            <a:srgbClr val="023E45"/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4846320"/>
            <a:ext cx="3108960" cy="3108960"/>
          </a:xfrm>
          <a:prstGeom prst="ellipse">
            <a:avLst/>
          </a:prstGeom>
          <a:solidFill>
            <a:srgbClr val="023E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1488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BUB1B-MVA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D9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Diagnosis to Drug Repurposing Hypothesis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4343400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422452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MVA Hackathon 2026  ·  Track 2 — Drug Repurposing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989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child. A confirmed genetic diagnosis. Two approved medications worth investigating.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38912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Damaged Copies of One Gene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9601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BUB1B compound heterozygote in the proband (GRCh38)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00200"/>
          <a:ext cx="10698480" cy="2377440"/>
        </p:xfrm>
        <a:graphic>
          <a:graphicData uri="http://schemas.openxmlformats.org/drawingml/2006/table">
            <a:tbl>
              <a:tblPr/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792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(GRCh38)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Consequence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chr15:40,209,701 T&gt;G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stop-gained (HIGH)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ClinVar: Pathogenic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chr15:40,220,612 T&gt;G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6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missense (MODERATE)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31520" y="4343400"/>
            <a:ext cx="10698480" cy="1051560"/>
          </a:xfrm>
          <a:prstGeom prst="roundRect">
            <a:avLst>
              <a:gd name="adj" fmla="val 10435"/>
            </a:avLst>
          </a:prstGeom>
          <a:solidFill>
            <a:srgbClr val="D9F0E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05840" y="4343400"/>
            <a:ext cx="10149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Genotype: 0/1 + 0/1  →  </a:t>
            </a:r>
            <a:pPr algn="l" indent="0" marL="0">
              <a:buNone/>
            </a:pPr>
            <a:r>
              <a:rPr lang="en-US" sz="15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heterozygote in trans (assumed; singleton WGS, no parental phasing)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BUB1B encodes BUBR1 — a core kinase of the mitotic spindle-assembly checkpoint (SAC)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38912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Broken Checkpoint Causes Cancer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252728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BUB1B compound-het loss-of-function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1673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1984248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1911096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BUBR1 dosage at the kinetochore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86968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2642616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2642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256946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Weakened spindle-assembly checkpoint (SAC)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86968" y="2990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3300984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227832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Premature chromatid separation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86968" y="3648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31520" y="3959352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886200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Chromosome mis-segregation → mosaic aneuploidy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86968" y="4306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544568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Chromosomal instability → childhood cancer risk</a:t>
            </a:r>
            <a:endParaRPr lang="en-US" sz="1400" dirty="0"/>
          </a:p>
        </p:txBody>
      </p:sp>
      <p:pic>
        <p:nvPicPr>
          <p:cNvPr id="28" name="Image 0" descr="E:/2026 Escritorio/Hackaton 2025/Track 2/figures/bubr1_variants_stru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234440"/>
            <a:ext cx="4937760" cy="402336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6675120" y="53035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AlphaFold model of BUBR1 — both variants (red) sit in confidently-predicted</a:t>
            </a:r>
            <a:endParaRPr lang="en-US" sz="105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 of the C-terminal pseudokinase domain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31520" y="5897880"/>
            <a:ext cx="5577840" cy="685800"/>
          </a:xfrm>
          <a:prstGeom prst="roundRect">
            <a:avLst>
              <a:gd name="adj" fmla="val 13333"/>
            </a:avLst>
          </a:prstGeom>
          <a:solidFill>
            <a:srgbClr val="F2F9F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14400" y="589788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confirmed via STRING + Reactome: BUB1B sits at the center of exactly this checkpoint module.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3657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Approved Drugs, One Rationale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89611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 the checkpoint weakness — don't deepen it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508760"/>
            <a:ext cx="5212080" cy="3657600"/>
          </a:xfrm>
          <a:prstGeom prst="roundRect">
            <a:avLst>
              <a:gd name="adj" fmla="val 3000"/>
            </a:avLst>
          </a:prstGeom>
          <a:solidFill>
            <a:srgbClr val="F2F9F8"/>
          </a:solidFill>
          <a:ln/>
          <a:effectLst>
            <a:outerShdw sx="100000" sy="100000" kx="0" ky="0" algn="bl" rotWithShape="0" blurRad="76200" dist="25400" dir="5400000">
              <a:srgbClr val="9CB8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51560" y="17373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Bosutinib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402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FDA-approved 2012 • chronic myeloid leukemia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880360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Mechanism: </a:t>
            </a:r>
            <a:pPr algn="l"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Src-kinase inhibitor. Selectively toxic to cells with a defective spindle-assembly checkpoint.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4297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Schukken et al. 2020, Life Sci Alliance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508760"/>
            <a:ext cx="5212080" cy="3657600"/>
          </a:xfrm>
          <a:prstGeom prst="roundRect">
            <a:avLst>
              <a:gd name="adj" fmla="val 3000"/>
            </a:avLst>
          </a:prstGeom>
          <a:solidFill>
            <a:srgbClr val="F2F9F8"/>
          </a:solidFill>
          <a:ln/>
          <a:effectLst>
            <a:outerShdw sx="100000" sy="100000" kx="0" ky="0" algn="bl" rotWithShape="0" blurRad="76200" dist="25400" dir="5400000">
              <a:srgbClr val="9CB8B5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17373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Metformin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2402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FDA-approved 1995 • type 2 diabetes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880360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Mechanism: </a:t>
            </a:r>
            <a:pPr algn="l"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AMPK activator. Selectively stresses aneuploid cells through energy/proteotoxic stress.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4297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 et al. 2011, Cell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5440680"/>
            <a:ext cx="10698480" cy="960120"/>
          </a:xfrm>
          <a:prstGeom prst="roundRect">
            <a:avLst>
              <a:gd name="adj" fmla="val 9524"/>
            </a:avLst>
          </a:prstGeom>
          <a:solidFill>
            <a:srgbClr val="FCEFE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5840" y="5440680"/>
            <a:ext cx="10149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excluded: </a:t>
            </a:r>
            <a:pPr algn="l"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checkpoint inhibitors (MPS1/BUB1 inhibitors in oncology development) — the wrong direction for a patient whose checkpoint is already weakened.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38912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This One Child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55448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Generalizes to the other two MVA genes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984248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CEP57 (MVA2) and TRIP13 (MVA3) converge on the same spindle-checkpoint pathway.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288036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834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Generalizes to chromosomally unstable tumors broadly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264408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BUB1B/BUBR1 dependency independently reported in glioblastoma (Ding et al. 2012) and prostate cancer (Martinez et al. 2025).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416052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4114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pipeline, not a one-off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4544568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Phenotype → mechanism → literature-mined approved drugs — directly applicable to the next undiagnosed rare-disease case.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31520" y="5623560"/>
            <a:ext cx="10698480" cy="777240"/>
          </a:xfrm>
          <a:prstGeom prst="roundRect">
            <a:avLst>
              <a:gd name="adj" fmla="val 11765"/>
            </a:avLst>
          </a:prstGeom>
          <a:solidFill>
            <a:srgbClr val="D9F0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05840" y="562356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triage logic already found this compound-het pair independently confirmed by ~20 other teams in this hackathon.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35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188720"/>
            <a:ext cx="3657600" cy="3657600"/>
          </a:xfrm>
          <a:prstGeom prst="ellipse">
            <a:avLst/>
          </a:prstGeom>
          <a:solidFill>
            <a:srgbClr val="023E45"/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5120640"/>
            <a:ext cx="3291840" cy="3291840"/>
          </a:xfrm>
          <a:prstGeom prst="ellipse">
            <a:avLst/>
          </a:prstGeom>
          <a:solidFill>
            <a:srgbClr val="023E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Hypotheses for Follow-Up,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Proven Treatments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0632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D9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step: validation in this child's own patient-derived cells (e.g. fibroblasts).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416052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023E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416052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reports: </a:t>
            </a:r>
            <a:pPr algn="l"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github.com/RuizHernandez/mva-hackathon-2026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623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6355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MVA Hackathon 2026 · Track 2 — Drug Repurposing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2026-08-29T23:25:11Z</dcterms:created>
  <dcterms:modified xsi:type="dcterms:W3CDTF">2026-08-29T23:25:11Z</dcterms:modified>
</cp:coreProperties>
</file>